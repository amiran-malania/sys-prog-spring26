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gSzNnRu6L/FKmqBmAQDzacXkqP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missing.csail.mit.edu/2026/course-shel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Introduction</a:t>
            </a:r>
            <a:endParaRPr b="1"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Why Linux?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Exploits information about the system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Mostly used to server side programming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Makes it easy to modify the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Linux and 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Kernel is written in 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ABI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What is Linux?</a:t>
            </a:r>
            <a:endParaRPr b="1"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Linux as an Operating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Shell vs GUI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use the Command Line?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The Shell</a:t>
            </a:r>
            <a:endParaRPr b="1"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the Shell Environment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Bash as the Default Shell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Command Syntax Is Covered Today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Navigating the Filesystem</a:t>
            </a:r>
            <a:endParaRPr b="1"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pwd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Absolute vs Relative Paths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Hidden Files and Directories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Exploring the Filesystem</a:t>
            </a:r>
            <a:endParaRPr b="1"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ls -l, ls -a, file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File Types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Permissions Overview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Manipulating Files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cp, mv, rm, mkdir, rmdir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Wildcards (*) and Recursive Operations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/>
              <a:t>Viewing File Contents</a:t>
            </a:r>
            <a:endParaRPr b="1"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cat, less, head, tail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grep for Searching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Redirection &amp; Pipes</a:t>
            </a:r>
            <a:endParaRPr b="1"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Input, Output, and Error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Redirection Operators: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&gt;, &gt;&gt;, &lt;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Pipes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(|)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Permissions and Ownership</a:t>
            </a:r>
            <a:endParaRPr b="1"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rwx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Permissions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chmod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sudo for Privileged Operations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Processes Management</a:t>
            </a:r>
            <a:endParaRPr b="1"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Foreground and Background Processes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ps, top, kill, jobs, bg, fg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Conclusion</a:t>
            </a:r>
            <a:endParaRPr b="1"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of Key Commands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Steps in Learning Linux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Missing Semester - Introduction to Shell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